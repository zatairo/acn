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jNPwQ6RIsqmp1n22XAP0uQ6cRx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How Solar Panels Are Changing the World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introduction to solar energy and its impact.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  <p:pic>
        <p:nvPicPr>
          <p:cNvPr id="87" name="Google Shape;8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3248" y="2332275"/>
            <a:ext cx="4137499" cy="319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3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What is Solar Energy?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Solar energy is the power we get from the sun.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7307800" y="492950"/>
            <a:ext cx="1404900" cy="13863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6977" y="2402650"/>
            <a:ext cx="4136025" cy="292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What Are Solar Panels?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Solar panels are devices that turn sunlight into electricity.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3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How Do Solar Panels Work?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They use photovoltaic cells to convert sunlight into electric power.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Where Are Solar Panels Used?</a:t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They are used in homes, schools, businesses, and solar farms.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3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Solar Panels in Homes</a:t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 people install solar panels on their rooftops to save energy.</a:t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Solar Panels in Schools</a:t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schools use solar panels to reduce electricity costs.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3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Solar Panels in Businesses</a:t>
            </a: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Companies use solar panels to lower their energy bills.</a:t>
            </a:r>
            <a:endParaRPr/>
          </a:p>
        </p:txBody>
      </p:sp>
      <p:sp>
        <p:nvSpPr>
          <p:cNvPr id="138" name="Google Shape;138;p8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Solar Farms</a:t>
            </a:r>
            <a:endParaRPr/>
          </a:p>
        </p:txBody>
      </p:sp>
      <p:sp>
        <p:nvSpPr>
          <p:cNvPr id="144" name="Google Shape;144;p9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 areas with many solar panels produce electricity for entire communities.</a:t>
            </a:r>
            <a:endParaRPr/>
          </a:p>
        </p:txBody>
      </p:sp>
      <p:sp>
        <p:nvSpPr>
          <p:cNvPr id="145" name="Google Shape;145;p9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3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Benefits: Clean Energy</a:t>
            </a:r>
            <a:endParaRPr/>
          </a:p>
        </p:txBody>
      </p:sp>
      <p:sp>
        <p:nvSpPr>
          <p:cNvPr id="151" name="Google Shape;151;p10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Solar energy does not pollute the air. It is a clean resource.</a:t>
            </a:r>
            <a:endParaRPr/>
          </a:p>
        </p:txBody>
      </p:sp>
      <p:sp>
        <p:nvSpPr>
          <p:cNvPr id="152" name="Google Shape;152;p10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Benefits: Lower Bills</a:t>
            </a:r>
            <a:endParaRPr/>
          </a:p>
        </p:txBody>
      </p:sp>
      <p:sp>
        <p:nvSpPr>
          <p:cNvPr id="158" name="Google Shape;158;p11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Using solar power reduces electricity bills over time.</a:t>
            </a:r>
            <a:endParaRPr/>
          </a:p>
        </p:txBody>
      </p:sp>
      <p:sp>
        <p:nvSpPr>
          <p:cNvPr id="159" name="Google Shape;159;p11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3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Benefits: Energy Independence</a:t>
            </a:r>
            <a:endParaRPr/>
          </a:p>
        </p:txBody>
      </p:sp>
      <p:sp>
        <p:nvSpPr>
          <p:cNvPr id="165" name="Google Shape;165;p12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solar panels, people can generate their own electricity.</a:t>
            </a:r>
            <a:endParaRPr/>
          </a:p>
        </p:txBody>
      </p:sp>
      <p:sp>
        <p:nvSpPr>
          <p:cNvPr id="166" name="Google Shape;166;p12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Environmental Impact</a:t>
            </a:r>
            <a:endParaRPr/>
          </a:p>
        </p:txBody>
      </p:sp>
      <p:sp>
        <p:nvSpPr>
          <p:cNvPr id="172" name="Google Shape;172;p13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Solar energy helps reduce CO₂ emissions and combat climate change.</a:t>
            </a:r>
            <a:endParaRPr/>
          </a:p>
        </p:txBody>
      </p:sp>
      <p:sp>
        <p:nvSpPr>
          <p:cNvPr id="173" name="Google Shape;173;p13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3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Challenges: Installation Cost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initial cost of solar panels is still high for some people.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Challenges: Weather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Solar energy production depends on sunlight, so it works best on sunny days.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3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Innovations: Portable Solar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Portable solar panels can be used in remote areas or for camping.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Innovations: Solar Cars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vehicles now use solar energy to reduce fuel consumption.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3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Leading Countries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Germany, China, and the USA are leaders in solar power use.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Future of Solar Energy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Solar energy is becoming cheaper and more efficient every year.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3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/>
          <p:nvPr/>
        </p:nvSpPr>
        <p:spPr>
          <a:xfrm>
            <a:off x="457200" y="2743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Call to Action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should all consider using solar energy to protect our planet.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7132320" y="4572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20 sec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