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8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9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7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6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8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4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3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37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8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2371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34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4439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35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99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2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3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Why fluency matters in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Hi, I’m Milena. I’m a social researcher, and English is part of my everyday work, especially when collaborating internationally. Today, I want to share some tips that have helped me improve my fluency and feel more confident speaking about my research in English.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talking about your research in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by explaining what you do in simple terms. Just talk it through like you’re telling a colleague. The more you repeat your research out loud, the easier it gets to express complex ideas without hesitation.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on technical vocabulary you actually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memorizing long lists, focus on the words you say most often, like 'qualitative methods' or 'community health.' Practice saying them clearly and using them naturally in full sentences.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Tell stories from the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I speak about my work in places like Mitú, I practice telling it as a story: what I saw, who I met, what I learned. This makes the language flow better and helps connect with your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yourself often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one of my favorite tips. I record a short voice note about my project or my day. Then I listen back. You notice your pronunciation, rhythm, and what you can improve next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Shadow real English speakers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listen to a podcast or TED Talk in my field, pause after each sentence, and repeat it exactly. I try to copy the tone and pace. It feels strange at first, but it works incredibly well.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 your professional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Have a short version of your introduction ready. Something like, 'I’m a researcher in vaccine perception in Colombia.' Practicing this helps a lot in meetings and conferences, especially when you're nervous.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Rehearse your answers to common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What’s your research about? Why is it important? Get used to answering these in English. Practicing out loud makes you quicker and more natural when someone actually asks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 up in international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used to stay silent in meetings. Now I prepare one or two things to say ahead of time, like a short comment or a question. Little by little, that builds fluency and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 videos with and without subtitles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First, I watch with English subtitles and listen closely. Then I rewatch without them and try to repeat what I remember. It’s great for training your ear and building vocabulary in your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 one-minute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yourself to talk about your research in just one minute. It forces you to organize your thoughts, focus on key points, and speak clearly. It’s also a great warm-up before presentations.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Repeat difficult words out 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words are tricky. I repeat them until they feel easier. Words like 'epidemiology' or 'intercultural barriers' took me time. Repetition really helps you say them with more ease and confidence.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connectors to sound more fluent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Words like 'so,' 'however,' and 'on the other hand' help you speak more smoothly. They make your speech sound more organized and help you link your ideas like a native speaker would.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English in real situations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 when I’m in the field, I try to think or speak in English. I might describe the environment or take notes in English. This keeps me connected to the language in real, meaningful ways.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 on your data in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I listen to interviews or analyze results, I also ask myself, 'How would I explain this in English?' It builds vocabulary around real content and prepares me for writing and presentations.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telling impact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just saying 'we collected data,' I tell a short story: who was involved, what changed, why it mattered. Storytelling helps me sound more fluent and keeps people engaged.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Simplify without losing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fluency isn’t about using big words. It’s about being clear. I try explaining my research to someone from another field. That kind of practice improves clarity and confidence.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Don’t fear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will make mistakes, and that’s okay. I still do. The goal isn’t perfection. It’s communication. Keep speaking, even if it’s not perfect. That’s how you get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Celebrate small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Fluency grows with time. If you answered a question smoothly or used a new word correctly, celebrate that. Recognizing progress keeps you motivated and helps you keep going.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Stay consistent and keep speaking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wrap up, I just want to say: keep practicing. Use English in real ways, connect it to your work, and stay consistent. Little by little, your fluency will grow and your voice will carry further.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864</Words>
  <Application>Microsoft Office PowerPoint</Application>
  <PresentationFormat>Presentación en pantalla (4:3)</PresentationFormat>
  <Paragraphs>40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Faceta</vt:lpstr>
      <vt:lpstr>Introduction: Why fluency matters in research</vt:lpstr>
      <vt:lpstr>Practice talking about your research in English</vt:lpstr>
      <vt:lpstr>Work on technical vocabulary you actually use</vt:lpstr>
      <vt:lpstr>Tell stories from the field</vt:lpstr>
      <vt:lpstr>Record yourself often</vt:lpstr>
      <vt:lpstr>Shadow real English speakers</vt:lpstr>
      <vt:lpstr>Prepare your professional introduction</vt:lpstr>
      <vt:lpstr>Rehearse your answers to common questions</vt:lpstr>
      <vt:lpstr>Speak up in international calls</vt:lpstr>
      <vt:lpstr>Watch videos with and without subtitles</vt:lpstr>
      <vt:lpstr>Do one-minute summaries</vt:lpstr>
      <vt:lpstr>Repeat difficult words out loud</vt:lpstr>
      <vt:lpstr>Use connectors to sound more fluent</vt:lpstr>
      <vt:lpstr>Use English in real situations</vt:lpstr>
      <vt:lpstr>Reflect on your data in English</vt:lpstr>
      <vt:lpstr>Practice telling impact stories</vt:lpstr>
      <vt:lpstr>Simplify without losing depth</vt:lpstr>
      <vt:lpstr>Don’t fear mistakes</vt:lpstr>
      <vt:lpstr>Celebrate small wins</vt:lpstr>
      <vt:lpstr>Stay consistent and keep speaking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Andrea Caicedo</cp:lastModifiedBy>
  <cp:revision>2</cp:revision>
  <dcterms:created xsi:type="dcterms:W3CDTF">2013-01-27T09:14:16Z</dcterms:created>
  <dcterms:modified xsi:type="dcterms:W3CDTF">2025-07-15T01:49:54Z</dcterms:modified>
  <cp:category/>
</cp:coreProperties>
</file>